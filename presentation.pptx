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Margin Slip Detector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Live P&amp;L forecasting, governance alerts, and AI action playbooks built for Rocketlane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320040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27432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PORTFOLIO HUB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Arial"/>
              </a:defRPr>
            </a:pPr>
            <a:r>
              <a:t>Live margin forecasting across all active projects. Computes Estimate at Completion (EAC), billable ratios, and project profit margins in real time to capture slippage early.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9704" y="2377440"/>
            <a:ext cx="320040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18304" y="2606040"/>
            <a:ext cx="27432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GOVERNANCE &amp; PLAYBOOKS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Arial"/>
              </a:defRPr>
            </a:pPr>
            <a:r>
              <a:t>Automated risk tiering (Critical, High, Medium) paired with 4-point response playbooks for immediate margin protection. Standardizes organizational governance.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4152" y="2377440"/>
            <a:ext cx="320040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2606040"/>
            <a:ext cx="27432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8B5CF6"/>
                </a:solidFill>
                <a:latin typeface="Arial"/>
              </a:defRPr>
            </a:pPr>
            <a:r>
              <a:t>NITRO AI BRIEFS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Arial"/>
              </a:defRPr>
            </a:pPr>
            <a:r>
              <a:t>Powered by Anthropic Claude to generate instant project health briefs, PM checklists, change-order recommendations, and draft stakeholder escalation emails with one click.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Built on Rocketlane RLI Framework × Anthropic Claude Sonnet 4.6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